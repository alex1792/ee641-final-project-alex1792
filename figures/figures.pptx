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>
        <p:scale>
          <a:sx n="119" d="100"/>
          <a:sy n="119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F9CF9-E995-774A-85DE-83AB3ACBB1DA}" type="datetimeFigureOut">
              <a:rPr lang="en-TW" smtClean="0"/>
              <a:t>2025/11/9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0913C-37B5-2145-BCA5-A42DCAF945C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96334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0913C-37B5-2145-BCA5-A42DCAF945C9}" type="slidenum">
              <a:rPr lang="en-TW" smtClean="0"/>
              <a:t>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0759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7456-CFF3-BB8E-E8D9-CC0B32A25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CD30A-62C0-E0A1-BF35-DBB64E7DC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ADF7-9886-AE5B-7DCF-9066E7CC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8BD35-A7AE-98FC-DC26-CD8A237B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DE7E3-1DA1-6120-9B77-E11F5D26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8295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72FB-95B9-1FD4-1915-3C222A15C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C83A-BBFD-92D3-2835-0B8C91CD9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A8FBE-E724-A9C0-5701-EA9E4827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242A7-5CAE-87B2-B5F7-128DD314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852BD-B0F6-2626-A498-7558B502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3857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C160-6818-C24F-C37F-4A7945C7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56DE8-CC2C-664D-846B-0894DF430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A2B1-2357-4B71-171F-85F46A3E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0D92D-3A88-A84A-333F-8826148D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6A93E-0142-9ABB-BBC1-7CC2F8F1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1866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1405-12F2-4536-AE3D-108B1BC2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99D7A-9C84-7A3B-95CC-EBC94FDA7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0DBEE-2E16-92C6-6CF7-4F0F2200B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9F39E-F0A8-4D42-BD7E-B130D8D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CA895-B98B-B867-7826-72E95EED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398D9-1BB2-8A2A-F39E-DEC888CF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40002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B298-E5A0-FDF0-C446-9363462CE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3FB76-9523-CD79-307B-FB0A50036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E065E-3ED2-4642-01B2-794D31CA3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BBEE0-4215-7367-55AD-22ABD1ED2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7FF66-2F34-2239-AC1D-8093043E5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D8124-A334-95C3-C9D2-7DE5E1E5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1C8C2-7E3D-5D60-6770-1738FA88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988DE-ED12-94D3-3D83-780FC36E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8002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93D8F-A147-2F42-9E38-8849412F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8BFB1-B3ED-2253-4F63-9AD1A0CE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80D87-76BB-7B5D-9FDB-C687CA6E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ACBCB-08FE-FB26-F9E1-B6CCFBEA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4365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0076D-3941-03BD-C68E-9B024070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165B9B-D1D7-C07B-E553-71A2AFE73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6AAA9-571A-E23D-B0A2-94D496E3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478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337B-A847-49C1-FC74-69EB76B6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0EEC0-108B-D27D-6CB4-9BDBE0AE1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51D43-F614-5F2E-53D3-36A4FD963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2267C-FF8B-0932-BFEC-5232D50C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6C763-9B70-F677-8143-9631191B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ED52C-77CC-240A-8CF3-DB995DA2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7550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5377-2E0D-27F3-4207-3D62BFEE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2C275-FCBB-C040-2BDB-DFE618A98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3ACD2-EA51-D53F-D493-D504F1618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FE83D-3FF9-272D-DAF2-D3CE6635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445DE-F33F-EB0C-CAC7-0B9F8B9E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AEE50-B503-7040-7813-1BA275AE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295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5568-19FD-4CDB-F9CF-8C4E90D7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12DC0-00FE-43CE-2684-0365C8164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3611D-482E-8DB1-1803-4761D9AD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C5E1D-140E-CA65-7CDA-E66DB7C5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26D80-D23F-89F3-48AD-CCC447CB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8742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76F97-556A-0D50-E264-48C64A310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F2DB8-3FC6-0431-46FD-BC7D6B2FC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2250F-18FC-3997-21D2-11A69B75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3758D-8448-FB77-1847-31A73C3F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C0E8D-5E6E-96E3-3E81-8D5E7761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4301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A1287-724D-04C2-9415-9CAD0BB1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E117F-CD00-ACDD-AF66-3C4A60698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5415E-2695-36E3-185B-DED4B4DC7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1F31C-1532-5E40-931C-E83DB0CC18EF}" type="datetimeFigureOut">
              <a:rPr lang="en-TW" smtClean="0"/>
              <a:t>2025/11/7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CBACF-D86E-8705-05AF-B9C98935C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DD2C5-94AD-BDF3-D21D-D3BAE4BAA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4AB6C-F75D-1049-8FAC-CF1330E5795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5442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boon&#10;&#10;AI-generated content may be incorrect.">
            <a:extLst>
              <a:ext uri="{FF2B5EF4-FFF2-40B4-BE49-F238E27FC236}">
                <a16:creationId xmlns:a16="http://schemas.microsoft.com/office/drawing/2014/main" id="{561FC6DD-57C9-A8A6-A65D-A3D051DB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94" y="1209212"/>
            <a:ext cx="1136822" cy="1136822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CE4E9A3-E4B9-38C2-F291-502707AC255A}"/>
              </a:ext>
            </a:extLst>
          </p:cNvPr>
          <p:cNvSpPr/>
          <p:nvPr/>
        </p:nvSpPr>
        <p:spPr>
          <a:xfrm>
            <a:off x="2168698" y="1647374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0039E2-1092-3550-2CC4-0645D17B8878}"/>
              </a:ext>
            </a:extLst>
          </p:cNvPr>
          <p:cNvSpPr/>
          <p:nvPr/>
        </p:nvSpPr>
        <p:spPr>
          <a:xfrm>
            <a:off x="2923953" y="528298"/>
            <a:ext cx="616689" cy="4253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64B466-B49E-0E8A-D5E5-DBEFBBEEA4B8}"/>
              </a:ext>
            </a:extLst>
          </p:cNvPr>
          <p:cNvSpPr/>
          <p:nvPr/>
        </p:nvSpPr>
        <p:spPr>
          <a:xfrm>
            <a:off x="2923952" y="1219845"/>
            <a:ext cx="616689" cy="4253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3BCEABD-9299-DC00-7FA0-86E4041AFFB6}"/>
              </a:ext>
            </a:extLst>
          </p:cNvPr>
          <p:cNvSpPr/>
          <p:nvPr/>
        </p:nvSpPr>
        <p:spPr>
          <a:xfrm>
            <a:off x="2923952" y="1902556"/>
            <a:ext cx="616689" cy="4253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FD7EA8-2BD0-1C2C-8786-968B3558390F}"/>
              </a:ext>
            </a:extLst>
          </p:cNvPr>
          <p:cNvSpPr/>
          <p:nvPr/>
        </p:nvSpPr>
        <p:spPr>
          <a:xfrm>
            <a:off x="2923951" y="2601216"/>
            <a:ext cx="616689" cy="4253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51A538F1-ECFF-410C-63B0-432D485121D2}"/>
              </a:ext>
            </a:extLst>
          </p:cNvPr>
          <p:cNvSpPr/>
          <p:nvPr/>
        </p:nvSpPr>
        <p:spPr>
          <a:xfrm>
            <a:off x="3765353" y="1647374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CD9737E-2C65-3F09-063A-D1E2A728CEF3}"/>
              </a:ext>
            </a:extLst>
          </p:cNvPr>
          <p:cNvSpPr/>
          <p:nvPr/>
        </p:nvSpPr>
        <p:spPr>
          <a:xfrm>
            <a:off x="4527883" y="528298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6B1B97-0E1E-A68F-B887-39FE3D9C0309}"/>
              </a:ext>
            </a:extLst>
          </p:cNvPr>
          <p:cNvSpPr/>
          <p:nvPr/>
        </p:nvSpPr>
        <p:spPr>
          <a:xfrm>
            <a:off x="4527882" y="1219845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BA3F4F-C4E6-E681-45E5-A2288D447711}"/>
              </a:ext>
            </a:extLst>
          </p:cNvPr>
          <p:cNvSpPr/>
          <p:nvPr/>
        </p:nvSpPr>
        <p:spPr>
          <a:xfrm>
            <a:off x="4527882" y="190255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3F7ABF-0C77-0C78-766B-663299B5E061}"/>
              </a:ext>
            </a:extLst>
          </p:cNvPr>
          <p:cNvSpPr/>
          <p:nvPr/>
        </p:nvSpPr>
        <p:spPr>
          <a:xfrm>
            <a:off x="4527881" y="260121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DA2E37-2771-A0BB-1A41-22F8AD594D47}"/>
              </a:ext>
            </a:extLst>
          </p:cNvPr>
          <p:cNvSpPr/>
          <p:nvPr/>
        </p:nvSpPr>
        <p:spPr>
          <a:xfrm>
            <a:off x="5452912" y="528298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4038F17-951D-45F4-54D5-2EE8E116A9AD}"/>
              </a:ext>
            </a:extLst>
          </p:cNvPr>
          <p:cNvSpPr/>
          <p:nvPr/>
        </p:nvSpPr>
        <p:spPr>
          <a:xfrm>
            <a:off x="5452911" y="1219845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8880749-6E7C-B30F-04BA-BE0040224A50}"/>
              </a:ext>
            </a:extLst>
          </p:cNvPr>
          <p:cNvSpPr/>
          <p:nvPr/>
        </p:nvSpPr>
        <p:spPr>
          <a:xfrm>
            <a:off x="5452911" y="190255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A002E5-9A54-8C6D-4CA8-F9CF53EDA32E}"/>
              </a:ext>
            </a:extLst>
          </p:cNvPr>
          <p:cNvSpPr/>
          <p:nvPr/>
        </p:nvSpPr>
        <p:spPr>
          <a:xfrm>
            <a:off x="5452910" y="260121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A67B48D-55A5-D678-6ECA-9A8B288F19E1}"/>
              </a:ext>
            </a:extLst>
          </p:cNvPr>
          <p:cNvSpPr/>
          <p:nvPr/>
        </p:nvSpPr>
        <p:spPr>
          <a:xfrm>
            <a:off x="6373047" y="528298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C5C76A4-6E7A-883B-DA6E-4E14547764C9}"/>
              </a:ext>
            </a:extLst>
          </p:cNvPr>
          <p:cNvSpPr/>
          <p:nvPr/>
        </p:nvSpPr>
        <p:spPr>
          <a:xfrm>
            <a:off x="6373046" y="1219845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AD7B7F6-B279-5A30-9524-3774CC6C120D}"/>
              </a:ext>
            </a:extLst>
          </p:cNvPr>
          <p:cNvSpPr/>
          <p:nvPr/>
        </p:nvSpPr>
        <p:spPr>
          <a:xfrm>
            <a:off x="6373046" y="190255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B8A0DA8-B010-2AFA-AE32-0D616FCA0A9D}"/>
              </a:ext>
            </a:extLst>
          </p:cNvPr>
          <p:cNvSpPr/>
          <p:nvPr/>
        </p:nvSpPr>
        <p:spPr>
          <a:xfrm>
            <a:off x="6373045" y="260121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E8904DA-B028-C3A1-8623-496F4F661D6C}"/>
              </a:ext>
            </a:extLst>
          </p:cNvPr>
          <p:cNvSpPr/>
          <p:nvPr/>
        </p:nvSpPr>
        <p:spPr>
          <a:xfrm>
            <a:off x="7293182" y="528298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353BDA2-8DE3-2D60-8596-A02C000C64B3}"/>
              </a:ext>
            </a:extLst>
          </p:cNvPr>
          <p:cNvSpPr/>
          <p:nvPr/>
        </p:nvSpPr>
        <p:spPr>
          <a:xfrm>
            <a:off x="7293181" y="1219845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BBAA0BB-5B8A-FFF9-87FB-98E6C534337A}"/>
              </a:ext>
            </a:extLst>
          </p:cNvPr>
          <p:cNvSpPr/>
          <p:nvPr/>
        </p:nvSpPr>
        <p:spPr>
          <a:xfrm>
            <a:off x="7293181" y="190255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6A9785A-114F-3A62-893F-DDCB90270999}"/>
              </a:ext>
            </a:extLst>
          </p:cNvPr>
          <p:cNvSpPr/>
          <p:nvPr/>
        </p:nvSpPr>
        <p:spPr>
          <a:xfrm>
            <a:off x="7293180" y="2601216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47570D92-F6B5-072A-9692-6B75DE1A2722}"/>
              </a:ext>
            </a:extLst>
          </p:cNvPr>
          <p:cNvSpPr/>
          <p:nvPr/>
        </p:nvSpPr>
        <p:spPr>
          <a:xfrm>
            <a:off x="8213316" y="1642058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63D5DBB-E8CD-3C5E-204C-46F3349FB686}"/>
              </a:ext>
            </a:extLst>
          </p:cNvPr>
          <p:cNvSpPr/>
          <p:nvPr/>
        </p:nvSpPr>
        <p:spPr>
          <a:xfrm>
            <a:off x="9057095" y="1559656"/>
            <a:ext cx="616689" cy="42530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B1FF2DB2-7668-EF9B-94D0-2ED2CE2483B0}"/>
              </a:ext>
            </a:extLst>
          </p:cNvPr>
          <p:cNvSpPr/>
          <p:nvPr/>
        </p:nvSpPr>
        <p:spPr>
          <a:xfrm>
            <a:off x="9973866" y="1642058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D7DFFD-EC04-BB99-5286-A35D223915B0}"/>
              </a:ext>
            </a:extLst>
          </p:cNvPr>
          <p:cNvSpPr txBox="1"/>
          <p:nvPr/>
        </p:nvSpPr>
        <p:spPr>
          <a:xfrm>
            <a:off x="523674" y="2657186"/>
            <a:ext cx="155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02D8AD-C91D-3ED6-8959-5D7ACFEAF4DE}"/>
              </a:ext>
            </a:extLst>
          </p:cNvPr>
          <p:cNvSpPr txBox="1"/>
          <p:nvPr/>
        </p:nvSpPr>
        <p:spPr>
          <a:xfrm>
            <a:off x="2440546" y="125260"/>
            <a:ext cx="155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3FE1EA-FB51-8B29-0ADB-32F9DFCD5D39}"/>
              </a:ext>
            </a:extLst>
          </p:cNvPr>
          <p:cNvSpPr txBox="1"/>
          <p:nvPr/>
        </p:nvSpPr>
        <p:spPr>
          <a:xfrm>
            <a:off x="5153183" y="125260"/>
            <a:ext cx="213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x Heads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5BABDC-00AD-2E70-E21F-63FAF6040405}"/>
              </a:ext>
            </a:extLst>
          </p:cNvPr>
          <p:cNvSpPr txBox="1"/>
          <p:nvPr/>
        </p:nvSpPr>
        <p:spPr>
          <a:xfrm>
            <a:off x="8452983" y="2161368"/>
            <a:ext cx="182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 Layer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C26793-1C6D-7CF2-FBC0-3A5957BAEFF5}"/>
              </a:ext>
            </a:extLst>
          </p:cNvPr>
          <p:cNvSpPr txBox="1"/>
          <p:nvPr/>
        </p:nvSpPr>
        <p:spPr>
          <a:xfrm>
            <a:off x="10620744" y="1468876"/>
            <a:ext cx="1193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Output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820D6BB-D60A-BD06-A6F8-974E848DCF8D}"/>
              </a:ext>
            </a:extLst>
          </p:cNvPr>
          <p:cNvCxnSpPr/>
          <p:nvPr/>
        </p:nvCxnSpPr>
        <p:spPr>
          <a:xfrm>
            <a:off x="523674" y="3331779"/>
            <a:ext cx="112904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672F30BA-E27B-4BF5-2388-6D26AE8DEBB0}"/>
              </a:ext>
            </a:extLst>
          </p:cNvPr>
          <p:cNvSpPr/>
          <p:nvPr/>
        </p:nvSpPr>
        <p:spPr>
          <a:xfrm>
            <a:off x="970755" y="3671590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2DF56B3-D65E-4501-8E47-DEAA5CD3F942}"/>
              </a:ext>
            </a:extLst>
          </p:cNvPr>
          <p:cNvCxnSpPr>
            <a:cxnSpLocks/>
          </p:cNvCxnSpPr>
          <p:nvPr/>
        </p:nvCxnSpPr>
        <p:spPr>
          <a:xfrm>
            <a:off x="1587444" y="3884241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37EFB5E-CF74-E469-9FD9-ACCF8EFC0AAF}"/>
              </a:ext>
            </a:extLst>
          </p:cNvPr>
          <p:cNvSpPr/>
          <p:nvPr/>
        </p:nvSpPr>
        <p:spPr>
          <a:xfrm>
            <a:off x="970755" y="4298331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7AA659-6303-D84C-ED3C-107CE5585866}"/>
              </a:ext>
            </a:extLst>
          </p:cNvPr>
          <p:cNvCxnSpPr>
            <a:cxnSpLocks/>
          </p:cNvCxnSpPr>
          <p:nvPr/>
        </p:nvCxnSpPr>
        <p:spPr>
          <a:xfrm>
            <a:off x="1587444" y="4510982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C4B48B3B-9D63-99C5-EEC7-4CA8E0CC87C0}"/>
              </a:ext>
            </a:extLst>
          </p:cNvPr>
          <p:cNvSpPr/>
          <p:nvPr/>
        </p:nvSpPr>
        <p:spPr>
          <a:xfrm>
            <a:off x="970755" y="4936284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AC6F414-287D-BCF8-0644-B36D3E949E6E}"/>
              </a:ext>
            </a:extLst>
          </p:cNvPr>
          <p:cNvCxnSpPr>
            <a:cxnSpLocks/>
          </p:cNvCxnSpPr>
          <p:nvPr/>
        </p:nvCxnSpPr>
        <p:spPr>
          <a:xfrm>
            <a:off x="1587444" y="5148935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19C4F916-4EDB-E530-3632-CA5F2C881B91}"/>
              </a:ext>
            </a:extLst>
          </p:cNvPr>
          <p:cNvSpPr/>
          <p:nvPr/>
        </p:nvSpPr>
        <p:spPr>
          <a:xfrm>
            <a:off x="970755" y="6069181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71E46B2-4809-7BA1-3CFC-6E6DB1207828}"/>
              </a:ext>
            </a:extLst>
          </p:cNvPr>
          <p:cNvCxnSpPr>
            <a:cxnSpLocks/>
          </p:cNvCxnSpPr>
          <p:nvPr/>
        </p:nvCxnSpPr>
        <p:spPr>
          <a:xfrm>
            <a:off x="1587444" y="6281832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21A82C6-FA14-345B-33B9-AB0809BCEDB4}"/>
                  </a:ext>
                </a:extLst>
              </p:cNvPr>
              <p:cNvSpPr txBox="1"/>
              <p:nvPr/>
            </p:nvSpPr>
            <p:spPr>
              <a:xfrm>
                <a:off x="2642779" y="3699575"/>
                <a:ext cx="439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21A82C6-FA14-345B-33B9-AB0809BCE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779" y="3699575"/>
                <a:ext cx="4397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34D2EB-3322-A504-25FD-3C8C094F296D}"/>
                  </a:ext>
                </a:extLst>
              </p:cNvPr>
              <p:cNvSpPr txBox="1"/>
              <p:nvPr/>
            </p:nvSpPr>
            <p:spPr>
              <a:xfrm>
                <a:off x="2635620" y="4332732"/>
                <a:ext cx="445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534D2EB-3322-A504-25FD-3C8C094F2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20" y="4332732"/>
                <a:ext cx="44505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ABBFF1E-D71E-AE30-1D3D-ACD71C208174}"/>
                  </a:ext>
                </a:extLst>
              </p:cNvPr>
              <p:cNvSpPr txBox="1"/>
              <p:nvPr/>
            </p:nvSpPr>
            <p:spPr>
              <a:xfrm>
                <a:off x="2635620" y="4953057"/>
                <a:ext cx="445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ABBFF1E-D71E-AE30-1D3D-ACD71C208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20" y="4953057"/>
                <a:ext cx="44505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0884C380-D4C0-8868-8048-E4D3D0F85A7B}"/>
                  </a:ext>
                </a:extLst>
              </p:cNvPr>
              <p:cNvSpPr txBox="1"/>
              <p:nvPr/>
            </p:nvSpPr>
            <p:spPr>
              <a:xfrm>
                <a:off x="2635620" y="6097166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0884C380-D4C0-8868-8048-E4D3D0F85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20" y="6097166"/>
                <a:ext cx="4591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AA4D85A2-51AC-0265-6D64-D14E11B76BAC}"/>
              </a:ext>
            </a:extLst>
          </p:cNvPr>
          <p:cNvSpPr txBox="1"/>
          <p:nvPr/>
        </p:nvSpPr>
        <p:spPr>
          <a:xfrm>
            <a:off x="1154083" y="5392218"/>
            <a:ext cx="25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06EC05-2B6F-CB9A-BC6D-8DD132FFFCC7}"/>
              </a:ext>
            </a:extLst>
          </p:cNvPr>
          <p:cNvSpPr txBox="1"/>
          <p:nvPr/>
        </p:nvSpPr>
        <p:spPr>
          <a:xfrm>
            <a:off x="2701092" y="5386612"/>
            <a:ext cx="25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EE629E9C-B996-C714-B193-42DFFECACFB6}"/>
              </a:ext>
            </a:extLst>
          </p:cNvPr>
          <p:cNvSpPr/>
          <p:nvPr/>
        </p:nvSpPr>
        <p:spPr>
          <a:xfrm>
            <a:off x="3346448" y="4871517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5FE9C54-ED48-7892-52CC-3D3D93370301}"/>
                  </a:ext>
                </a:extLst>
              </p:cNvPr>
              <p:cNvSpPr txBox="1"/>
              <p:nvPr/>
            </p:nvSpPr>
            <p:spPr>
              <a:xfrm>
                <a:off x="4138770" y="4041118"/>
                <a:ext cx="1587115" cy="1913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TW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TW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TW" sz="28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5FE9C54-ED48-7892-52CC-3D3D93370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770" y="4041118"/>
                <a:ext cx="1587115" cy="1913985"/>
              </a:xfrm>
              <a:prstGeom prst="rect">
                <a:avLst/>
              </a:prstGeom>
              <a:blipFill>
                <a:blip r:embed="rId7"/>
                <a:stretch>
                  <a:fillRect t="-662" b="-3311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 Arrow 94">
            <a:extLst>
              <a:ext uri="{FF2B5EF4-FFF2-40B4-BE49-F238E27FC236}">
                <a16:creationId xmlns:a16="http://schemas.microsoft.com/office/drawing/2014/main" id="{0CD9500C-F290-FA68-AF1B-6B721CF819BF}"/>
              </a:ext>
            </a:extLst>
          </p:cNvPr>
          <p:cNvSpPr/>
          <p:nvPr/>
        </p:nvSpPr>
        <p:spPr>
          <a:xfrm>
            <a:off x="5831556" y="4871516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2D45C6C-5CD9-99FC-0939-EB50CE5E7055}"/>
                  </a:ext>
                </a:extLst>
              </p:cNvPr>
              <p:cNvSpPr txBox="1"/>
              <p:nvPr/>
            </p:nvSpPr>
            <p:spPr>
              <a:xfrm>
                <a:off x="6627500" y="4839447"/>
                <a:ext cx="1661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⁡_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2D45C6C-5CD9-99FC-0939-EB50CE5E7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500" y="4839447"/>
                <a:ext cx="1661480" cy="276999"/>
              </a:xfrm>
              <a:prstGeom prst="rect">
                <a:avLst/>
              </a:prstGeom>
              <a:blipFill>
                <a:blip r:embed="rId8"/>
                <a:stretch>
                  <a:fillRect l="-3030" t="-9091" r="-5303" b="-40909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ight Arrow 96">
            <a:extLst>
              <a:ext uri="{FF2B5EF4-FFF2-40B4-BE49-F238E27FC236}">
                <a16:creationId xmlns:a16="http://schemas.microsoft.com/office/drawing/2014/main" id="{A88E4DCD-BD60-0D86-8F4B-DB16C449C260}"/>
              </a:ext>
            </a:extLst>
          </p:cNvPr>
          <p:cNvSpPr/>
          <p:nvPr/>
        </p:nvSpPr>
        <p:spPr>
          <a:xfrm>
            <a:off x="8504074" y="4822808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4AB3AA7-1CA5-B97D-7474-3816089EE0EF}"/>
                  </a:ext>
                </a:extLst>
              </p:cNvPr>
              <p:cNvSpPr txBox="1"/>
              <p:nvPr/>
            </p:nvSpPr>
            <p:spPr>
              <a:xfrm>
                <a:off x="9201048" y="4786499"/>
                <a:ext cx="2451312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𝑑𝑖𝑣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𝑅𝑒𝐿𝑈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4AB3AA7-1CA5-B97D-7474-3816089EE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048" y="4786499"/>
                <a:ext cx="2451312" cy="280846"/>
              </a:xfrm>
              <a:prstGeom prst="rect">
                <a:avLst/>
              </a:prstGeom>
              <a:blipFill>
                <a:blip r:embed="rId9"/>
                <a:stretch>
                  <a:fillRect l="-2062" t="-4348" b="-39130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204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93DC136-689A-A7D7-005B-C854988AB04D}"/>
              </a:ext>
            </a:extLst>
          </p:cNvPr>
          <p:cNvSpPr/>
          <p:nvPr/>
        </p:nvSpPr>
        <p:spPr>
          <a:xfrm>
            <a:off x="970755" y="2098824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3A6B03B-6440-86D8-EAFC-B517FA48E432}"/>
              </a:ext>
            </a:extLst>
          </p:cNvPr>
          <p:cNvCxnSpPr>
            <a:cxnSpLocks/>
          </p:cNvCxnSpPr>
          <p:nvPr/>
        </p:nvCxnSpPr>
        <p:spPr>
          <a:xfrm>
            <a:off x="1587444" y="2311475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0F4D27FB-7641-F503-0524-DA77343A4545}"/>
              </a:ext>
            </a:extLst>
          </p:cNvPr>
          <p:cNvSpPr/>
          <p:nvPr/>
        </p:nvSpPr>
        <p:spPr>
          <a:xfrm>
            <a:off x="970755" y="2725565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CA13973-F8F7-A309-4814-F806A6A95CCF}"/>
              </a:ext>
            </a:extLst>
          </p:cNvPr>
          <p:cNvCxnSpPr>
            <a:cxnSpLocks/>
          </p:cNvCxnSpPr>
          <p:nvPr/>
        </p:nvCxnSpPr>
        <p:spPr>
          <a:xfrm>
            <a:off x="1587444" y="2938216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580C0CB8-DB89-6BFC-E100-668DC54FC5C9}"/>
              </a:ext>
            </a:extLst>
          </p:cNvPr>
          <p:cNvSpPr/>
          <p:nvPr/>
        </p:nvSpPr>
        <p:spPr>
          <a:xfrm>
            <a:off x="970755" y="3363518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9F0CEC-1063-CB3D-9210-432861DBF42C}"/>
              </a:ext>
            </a:extLst>
          </p:cNvPr>
          <p:cNvCxnSpPr>
            <a:cxnSpLocks/>
          </p:cNvCxnSpPr>
          <p:nvPr/>
        </p:nvCxnSpPr>
        <p:spPr>
          <a:xfrm>
            <a:off x="1587444" y="3576169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733AE8C-8A1A-0B4C-3C94-8D9AEA375A13}"/>
              </a:ext>
            </a:extLst>
          </p:cNvPr>
          <p:cNvSpPr/>
          <p:nvPr/>
        </p:nvSpPr>
        <p:spPr>
          <a:xfrm>
            <a:off x="970755" y="4496415"/>
            <a:ext cx="616689" cy="4253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9828515-2BDE-BAC2-AA8E-57FF9A0FD1A7}"/>
              </a:ext>
            </a:extLst>
          </p:cNvPr>
          <p:cNvCxnSpPr>
            <a:cxnSpLocks/>
          </p:cNvCxnSpPr>
          <p:nvPr/>
        </p:nvCxnSpPr>
        <p:spPr>
          <a:xfrm>
            <a:off x="1587444" y="4709066"/>
            <a:ext cx="843779" cy="4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B05603B-11CC-4C90-9C40-BB5457FC85F8}"/>
                  </a:ext>
                </a:extLst>
              </p:cNvPr>
              <p:cNvSpPr txBox="1"/>
              <p:nvPr/>
            </p:nvSpPr>
            <p:spPr>
              <a:xfrm>
                <a:off x="2642779" y="2126809"/>
                <a:ext cx="439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B05603B-11CC-4C90-9C40-BB5457FC8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779" y="2126809"/>
                <a:ext cx="4397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D4F4FCE-D463-7B43-0111-6E299B0D8FFF}"/>
                  </a:ext>
                </a:extLst>
              </p:cNvPr>
              <p:cNvSpPr txBox="1"/>
              <p:nvPr/>
            </p:nvSpPr>
            <p:spPr>
              <a:xfrm>
                <a:off x="2635620" y="2759966"/>
                <a:ext cx="445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D4F4FCE-D463-7B43-0111-6E299B0D8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20" y="2759966"/>
                <a:ext cx="44505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B186C98-AC45-7397-D25D-8BEFAB4F4E0F}"/>
                  </a:ext>
                </a:extLst>
              </p:cNvPr>
              <p:cNvSpPr txBox="1"/>
              <p:nvPr/>
            </p:nvSpPr>
            <p:spPr>
              <a:xfrm>
                <a:off x="2635620" y="3380291"/>
                <a:ext cx="445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B186C98-AC45-7397-D25D-8BEFAB4F4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20" y="3380291"/>
                <a:ext cx="44505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82CFA28-3443-ED31-2C23-4060AFEBAAF6}"/>
                  </a:ext>
                </a:extLst>
              </p:cNvPr>
              <p:cNvSpPr txBox="1"/>
              <p:nvPr/>
            </p:nvSpPr>
            <p:spPr>
              <a:xfrm>
                <a:off x="2635620" y="4524400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82CFA28-3443-ED31-2C23-4060AFEBA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20" y="4524400"/>
                <a:ext cx="459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9781C552-8796-756A-5F93-EF56EA37CD6C}"/>
              </a:ext>
            </a:extLst>
          </p:cNvPr>
          <p:cNvSpPr txBox="1"/>
          <p:nvPr/>
        </p:nvSpPr>
        <p:spPr>
          <a:xfrm>
            <a:off x="1154083" y="3819452"/>
            <a:ext cx="25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63DED3-E088-96CE-579A-FB70CABDD7E3}"/>
              </a:ext>
            </a:extLst>
          </p:cNvPr>
          <p:cNvSpPr txBox="1"/>
          <p:nvPr/>
        </p:nvSpPr>
        <p:spPr>
          <a:xfrm>
            <a:off x="2701092" y="3813846"/>
            <a:ext cx="25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</p:txBody>
      </p:sp>
      <p:sp>
        <p:nvSpPr>
          <p:cNvPr id="79" name="Right Arrow 78">
            <a:extLst>
              <a:ext uri="{FF2B5EF4-FFF2-40B4-BE49-F238E27FC236}">
                <a16:creationId xmlns:a16="http://schemas.microsoft.com/office/drawing/2014/main" id="{34787C7E-5C01-DF9B-372F-5A8FB5E4ECF1}"/>
              </a:ext>
            </a:extLst>
          </p:cNvPr>
          <p:cNvSpPr/>
          <p:nvPr/>
        </p:nvSpPr>
        <p:spPr>
          <a:xfrm>
            <a:off x="3346448" y="3298751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42E78A6-6402-F5E7-1883-035A0469C992}"/>
                  </a:ext>
                </a:extLst>
              </p:cNvPr>
              <p:cNvSpPr txBox="1"/>
              <p:nvPr/>
            </p:nvSpPr>
            <p:spPr>
              <a:xfrm>
                <a:off x="4138770" y="2468352"/>
                <a:ext cx="1587115" cy="1913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TW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TW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TW" sz="28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42E78A6-6402-F5E7-1883-035A0469C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770" y="2468352"/>
                <a:ext cx="1587115" cy="1913985"/>
              </a:xfrm>
              <a:prstGeom prst="rect">
                <a:avLst/>
              </a:prstGeom>
              <a:blipFill>
                <a:blip r:embed="rId6"/>
                <a:stretch>
                  <a:fillRect t="-658" b="-2632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ight Arrow 80">
            <a:extLst>
              <a:ext uri="{FF2B5EF4-FFF2-40B4-BE49-F238E27FC236}">
                <a16:creationId xmlns:a16="http://schemas.microsoft.com/office/drawing/2014/main" id="{B5CC5BCE-1AC1-E28E-78A4-1D686042E376}"/>
              </a:ext>
            </a:extLst>
          </p:cNvPr>
          <p:cNvSpPr/>
          <p:nvPr/>
        </p:nvSpPr>
        <p:spPr>
          <a:xfrm>
            <a:off x="5831556" y="3298750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2D57F4E-7443-147A-AAFC-0F85B61B3735}"/>
                  </a:ext>
                </a:extLst>
              </p:cNvPr>
              <p:cNvSpPr txBox="1"/>
              <p:nvPr/>
            </p:nvSpPr>
            <p:spPr>
              <a:xfrm>
                <a:off x="6627500" y="3266681"/>
                <a:ext cx="1661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⁡_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2D57F4E-7443-147A-AAFC-0F85B61B3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500" y="3266681"/>
                <a:ext cx="1661480" cy="276999"/>
              </a:xfrm>
              <a:prstGeom prst="rect">
                <a:avLst/>
              </a:prstGeom>
              <a:blipFill>
                <a:blip r:embed="rId7"/>
                <a:stretch>
                  <a:fillRect l="-3030" t="-9091" r="-5303" b="-40909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ight Arrow 82">
            <a:extLst>
              <a:ext uri="{FF2B5EF4-FFF2-40B4-BE49-F238E27FC236}">
                <a16:creationId xmlns:a16="http://schemas.microsoft.com/office/drawing/2014/main" id="{D9363E45-1735-386E-A7B7-EB5F7AA5F738}"/>
              </a:ext>
            </a:extLst>
          </p:cNvPr>
          <p:cNvSpPr/>
          <p:nvPr/>
        </p:nvSpPr>
        <p:spPr>
          <a:xfrm>
            <a:off x="8504074" y="3250042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C3AE5D-D87B-0677-D41A-137FD5296D44}"/>
                  </a:ext>
                </a:extLst>
              </p:cNvPr>
              <p:cNvSpPr txBox="1"/>
              <p:nvPr/>
            </p:nvSpPr>
            <p:spPr>
              <a:xfrm>
                <a:off x="9201048" y="3213733"/>
                <a:ext cx="2451312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𝑑𝑖𝑣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𝑅𝑒𝐿𝑈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C3AE5D-D87B-0677-D41A-137FD5296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048" y="3213733"/>
                <a:ext cx="2451312" cy="280846"/>
              </a:xfrm>
              <a:prstGeom prst="rect">
                <a:avLst/>
              </a:prstGeom>
              <a:blipFill>
                <a:blip r:embed="rId8"/>
                <a:stretch>
                  <a:fillRect l="-2062" t="-4167" b="-3333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00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89C6B-5EAE-4AC2-4537-DC9871F4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C8357E7-1C35-6DFE-6C88-074729085634}"/>
                  </a:ext>
                </a:extLst>
              </p:cNvPr>
              <p:cNvSpPr txBox="1"/>
              <p:nvPr/>
            </p:nvSpPr>
            <p:spPr>
              <a:xfrm>
                <a:off x="540146" y="1763295"/>
                <a:ext cx="439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C8357E7-1C35-6DFE-6C88-074729085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46" y="1763295"/>
                <a:ext cx="4397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D926021-93CE-10D6-5814-9577B19065E9}"/>
                  </a:ext>
                </a:extLst>
              </p:cNvPr>
              <p:cNvSpPr txBox="1"/>
              <p:nvPr/>
            </p:nvSpPr>
            <p:spPr>
              <a:xfrm>
                <a:off x="532987" y="2396452"/>
                <a:ext cx="445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D926021-93CE-10D6-5814-9577B1906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7" y="2396452"/>
                <a:ext cx="44505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3466FC5-FE50-4415-0BBC-7E16CEF7E3BF}"/>
                  </a:ext>
                </a:extLst>
              </p:cNvPr>
              <p:cNvSpPr txBox="1"/>
              <p:nvPr/>
            </p:nvSpPr>
            <p:spPr>
              <a:xfrm>
                <a:off x="532987" y="3016777"/>
                <a:ext cx="445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3466FC5-FE50-4415-0BBC-7E16CEF7E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7" y="3016777"/>
                <a:ext cx="44505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62973CF-A708-01CE-9BF2-627E638E3D89}"/>
                  </a:ext>
                </a:extLst>
              </p:cNvPr>
              <p:cNvSpPr txBox="1"/>
              <p:nvPr/>
            </p:nvSpPr>
            <p:spPr>
              <a:xfrm>
                <a:off x="532987" y="4160886"/>
                <a:ext cx="4591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62973CF-A708-01CE-9BF2-627E638E3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87" y="4160886"/>
                <a:ext cx="4591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8A7DB4A8-3E25-1059-1B8A-04B951B71CFD}"/>
              </a:ext>
            </a:extLst>
          </p:cNvPr>
          <p:cNvSpPr txBox="1"/>
          <p:nvPr/>
        </p:nvSpPr>
        <p:spPr>
          <a:xfrm>
            <a:off x="598459" y="3450332"/>
            <a:ext cx="25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  <a:p>
            <a:r>
              <a:rPr lang="en-TW" sz="1200" dirty="0"/>
              <a:t>.</a:t>
            </a:r>
          </a:p>
        </p:txBody>
      </p:sp>
      <p:sp>
        <p:nvSpPr>
          <p:cNvPr id="79" name="Right Arrow 78">
            <a:extLst>
              <a:ext uri="{FF2B5EF4-FFF2-40B4-BE49-F238E27FC236}">
                <a16:creationId xmlns:a16="http://schemas.microsoft.com/office/drawing/2014/main" id="{9BF54803-3280-D9F1-7ADA-ADE003C92E64}"/>
              </a:ext>
            </a:extLst>
          </p:cNvPr>
          <p:cNvSpPr/>
          <p:nvPr/>
        </p:nvSpPr>
        <p:spPr>
          <a:xfrm>
            <a:off x="1243815" y="2935237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E17FC18-4B63-9A36-AC57-FD559A2B7A39}"/>
                  </a:ext>
                </a:extLst>
              </p:cNvPr>
              <p:cNvSpPr txBox="1"/>
              <p:nvPr/>
            </p:nvSpPr>
            <p:spPr>
              <a:xfrm>
                <a:off x="2036137" y="2104838"/>
                <a:ext cx="1587115" cy="1913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TW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TW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TW" sz="28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E17FC18-4B63-9A36-AC57-FD559A2B7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37" y="2104838"/>
                <a:ext cx="1587115" cy="191398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ight Arrow 80">
            <a:extLst>
              <a:ext uri="{FF2B5EF4-FFF2-40B4-BE49-F238E27FC236}">
                <a16:creationId xmlns:a16="http://schemas.microsoft.com/office/drawing/2014/main" id="{81B669E0-FF57-A3DE-8AA8-BFD3875B7AC2}"/>
              </a:ext>
            </a:extLst>
          </p:cNvPr>
          <p:cNvSpPr/>
          <p:nvPr/>
        </p:nvSpPr>
        <p:spPr>
          <a:xfrm>
            <a:off x="3728923" y="2935236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C7620B5-D6CF-E60A-52DF-CE6037186EF4}"/>
                  </a:ext>
                </a:extLst>
              </p:cNvPr>
              <p:cNvSpPr txBox="1"/>
              <p:nvPr/>
            </p:nvSpPr>
            <p:spPr>
              <a:xfrm>
                <a:off x="6419667" y="2648783"/>
                <a:ext cx="20711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𝑛𝑥𝑛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⁡_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C7620B5-D6CF-E60A-52DF-CE6037186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667" y="2648783"/>
                <a:ext cx="2071190" cy="276999"/>
              </a:xfrm>
              <a:prstGeom prst="rect">
                <a:avLst/>
              </a:prstGeom>
              <a:blipFill>
                <a:blip r:embed="rId7"/>
                <a:stretch>
                  <a:fillRect l="-610" t="-8696" r="-1829" b="-39130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ight Arrow 82">
            <a:extLst>
              <a:ext uri="{FF2B5EF4-FFF2-40B4-BE49-F238E27FC236}">
                <a16:creationId xmlns:a16="http://schemas.microsoft.com/office/drawing/2014/main" id="{C825CBD2-DB08-6CA5-E1A9-2BC29FF15CDE}"/>
              </a:ext>
            </a:extLst>
          </p:cNvPr>
          <p:cNvSpPr/>
          <p:nvPr/>
        </p:nvSpPr>
        <p:spPr>
          <a:xfrm>
            <a:off x="8490857" y="2935236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FC0A963-E894-AAF3-F07C-F29D195F4FDA}"/>
                  </a:ext>
                </a:extLst>
              </p:cNvPr>
              <p:cNvSpPr txBox="1"/>
              <p:nvPr/>
            </p:nvSpPr>
            <p:spPr>
              <a:xfrm>
                <a:off x="9413462" y="2898927"/>
                <a:ext cx="2451312" cy="280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𝑑𝑖𝑣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𝑅𝑒𝐿𝑈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FC0A963-E894-AAF3-F07C-F29D195F4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462" y="2898927"/>
                <a:ext cx="2451312" cy="280846"/>
              </a:xfrm>
              <a:prstGeom prst="rect">
                <a:avLst/>
              </a:prstGeom>
              <a:blipFill>
                <a:blip r:embed="rId8"/>
                <a:stretch>
                  <a:fillRect l="-2062" t="-8696" b="-3478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F62B62-8AAC-2E1C-FC7F-16E9EA7AA563}"/>
                  </a:ext>
                </a:extLst>
              </p:cNvPr>
              <p:cNvSpPr txBox="1"/>
              <p:nvPr/>
            </p:nvSpPr>
            <p:spPr>
              <a:xfrm>
                <a:off x="4496621" y="2935656"/>
                <a:ext cx="9294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F62B62-8AAC-2E1C-FC7F-16E9EA7AA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621" y="2935656"/>
                <a:ext cx="929485" cy="276999"/>
              </a:xfrm>
              <a:prstGeom prst="rect">
                <a:avLst/>
              </a:prstGeom>
              <a:blipFill>
                <a:blip r:embed="rId9"/>
                <a:stretch>
                  <a:fillRect l="-6757" t="-9091" r="-1351" b="-9091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>
            <a:extLst>
              <a:ext uri="{FF2B5EF4-FFF2-40B4-BE49-F238E27FC236}">
                <a16:creationId xmlns:a16="http://schemas.microsoft.com/office/drawing/2014/main" id="{5FA3B3F1-E2E1-C405-9A63-0853C057AD6A}"/>
              </a:ext>
            </a:extLst>
          </p:cNvPr>
          <p:cNvSpPr/>
          <p:nvPr/>
        </p:nvSpPr>
        <p:spPr>
          <a:xfrm>
            <a:off x="5650107" y="2935236"/>
            <a:ext cx="543697" cy="26049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6B0ABB-9FDE-D758-6022-417D4CE59AD3}"/>
                  </a:ext>
                </a:extLst>
              </p:cNvPr>
              <p:cNvSpPr txBox="1"/>
              <p:nvPr/>
            </p:nvSpPr>
            <p:spPr>
              <a:xfrm>
                <a:off x="6419667" y="3000004"/>
                <a:ext cx="1513491" cy="62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TW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6B0ABB-9FDE-D758-6022-417D4CE59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667" y="3000004"/>
                <a:ext cx="1513491" cy="628314"/>
              </a:xfrm>
              <a:prstGeom prst="rect">
                <a:avLst/>
              </a:prstGeom>
              <a:blipFill>
                <a:blip r:embed="rId10"/>
                <a:stretch>
                  <a:fillRect l="-3333" t="-2000" b="-10000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41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872A3D-B33D-93BA-E60D-8726994279FD}"/>
              </a:ext>
            </a:extLst>
          </p:cNvPr>
          <p:cNvSpPr/>
          <p:nvPr/>
        </p:nvSpPr>
        <p:spPr>
          <a:xfrm>
            <a:off x="1341911" y="907091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20DF16-C142-A23C-5F5F-07813C856578}"/>
              </a:ext>
            </a:extLst>
          </p:cNvPr>
          <p:cNvSpPr/>
          <p:nvPr/>
        </p:nvSpPr>
        <p:spPr>
          <a:xfrm>
            <a:off x="8346373" y="907090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Backend</a:t>
            </a:r>
            <a:endParaRPr lang="en-TW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1EECAD-F0C2-C583-FF26-4EE805CD0379}"/>
              </a:ext>
            </a:extLst>
          </p:cNvPr>
          <p:cNvSpPr/>
          <p:nvPr/>
        </p:nvSpPr>
        <p:spPr>
          <a:xfrm>
            <a:off x="4844142" y="2756673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Async Task Manager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CBEC34-9F43-C14F-7848-C03B4F691B26}"/>
              </a:ext>
            </a:extLst>
          </p:cNvPr>
          <p:cNvSpPr/>
          <p:nvPr/>
        </p:nvSpPr>
        <p:spPr>
          <a:xfrm>
            <a:off x="1341911" y="4285623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Semantic Similarity Model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D0D9E7-EDBF-8DA3-F3D8-1BFDE915B4B1}"/>
              </a:ext>
            </a:extLst>
          </p:cNvPr>
          <p:cNvSpPr/>
          <p:nvPr/>
        </p:nvSpPr>
        <p:spPr>
          <a:xfrm>
            <a:off x="4844142" y="5509769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Database</a:t>
            </a:r>
            <a:endParaRPr lang="en-TW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B5C1B0-BD50-439E-CC70-72CC2FAED2B8}"/>
              </a:ext>
            </a:extLst>
          </p:cNvPr>
          <p:cNvSpPr/>
          <p:nvPr/>
        </p:nvSpPr>
        <p:spPr>
          <a:xfrm>
            <a:off x="8346372" y="4285623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Recipe Update Worker</a:t>
            </a:r>
            <a:endParaRPr lang="en-TW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B7BD1F-6CB9-F4D0-CDD5-2E3E4A74FB1B}"/>
              </a:ext>
            </a:extLst>
          </p:cNvPr>
          <p:cNvCxnSpPr/>
          <p:nvPr/>
        </p:nvCxnSpPr>
        <p:spPr>
          <a:xfrm>
            <a:off x="3218212" y="1049595"/>
            <a:ext cx="512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0F5753-5EFD-4240-5938-7B9076CB0EA2}"/>
              </a:ext>
            </a:extLst>
          </p:cNvPr>
          <p:cNvSpPr txBox="1"/>
          <p:nvPr/>
        </p:nvSpPr>
        <p:spPr>
          <a:xfrm>
            <a:off x="4548058" y="717101"/>
            <a:ext cx="246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POST INGREDIENTS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96BBC6-A3B9-4D2D-59D4-8BE5BC960A46}"/>
              </a:ext>
            </a:extLst>
          </p:cNvPr>
          <p:cNvCxnSpPr/>
          <p:nvPr/>
        </p:nvCxnSpPr>
        <p:spPr>
          <a:xfrm flipH="1">
            <a:off x="3218212" y="1417730"/>
            <a:ext cx="512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E2BA8A0-CA6B-94D0-B794-3769A15724F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6720443" y="1540442"/>
            <a:ext cx="2150425" cy="1536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F6A743-4DCF-D534-255C-0CB412674CEC}"/>
              </a:ext>
            </a:extLst>
          </p:cNvPr>
          <p:cNvCxnSpPr/>
          <p:nvPr/>
        </p:nvCxnSpPr>
        <p:spPr>
          <a:xfrm flipH="1">
            <a:off x="2933205" y="3234655"/>
            <a:ext cx="1910937" cy="10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E5B51A-18B7-9A90-1678-AE9349E1ED7C}"/>
              </a:ext>
            </a:extLst>
          </p:cNvPr>
          <p:cNvCxnSpPr>
            <a:stCxn id="5" idx="3"/>
          </p:cNvCxnSpPr>
          <p:nvPr/>
        </p:nvCxnSpPr>
        <p:spPr>
          <a:xfrm flipV="1">
            <a:off x="3218212" y="3397940"/>
            <a:ext cx="2220687" cy="1208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AF87C-5FA9-5F2C-EA72-1783812BF132}"/>
              </a:ext>
            </a:extLst>
          </p:cNvPr>
          <p:cNvCxnSpPr>
            <a:cxnSpLocks/>
          </p:cNvCxnSpPr>
          <p:nvPr/>
        </p:nvCxnSpPr>
        <p:spPr>
          <a:xfrm flipH="1">
            <a:off x="6720443" y="1548357"/>
            <a:ext cx="1758539" cy="1282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7926CB-2BE7-0201-5C8A-4DBA0CF7C9C6}"/>
              </a:ext>
            </a:extLst>
          </p:cNvPr>
          <p:cNvCxnSpPr>
            <a:cxnSpLocks/>
          </p:cNvCxnSpPr>
          <p:nvPr/>
        </p:nvCxnSpPr>
        <p:spPr>
          <a:xfrm>
            <a:off x="3218212" y="4850928"/>
            <a:ext cx="1625930" cy="658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F006AE-4C48-08F2-5B51-D5DFF96EE851}"/>
              </a:ext>
            </a:extLst>
          </p:cNvPr>
          <p:cNvCxnSpPr>
            <a:endCxn id="5" idx="2"/>
          </p:cNvCxnSpPr>
          <p:nvPr/>
        </p:nvCxnSpPr>
        <p:spPr>
          <a:xfrm flipH="1" flipV="1">
            <a:off x="2280062" y="4926890"/>
            <a:ext cx="2564080" cy="1020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97CDCA-02A9-1C4B-A5B7-BCA6F20A8252}"/>
              </a:ext>
            </a:extLst>
          </p:cNvPr>
          <p:cNvCxnSpPr/>
          <p:nvPr/>
        </p:nvCxnSpPr>
        <p:spPr>
          <a:xfrm flipH="1">
            <a:off x="6720443" y="4850928"/>
            <a:ext cx="1625929" cy="658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0F24EE-90A0-FA88-A38F-F59B1B52278C}"/>
              </a:ext>
            </a:extLst>
          </p:cNvPr>
          <p:cNvCxnSpPr>
            <a:stCxn id="6" idx="3"/>
          </p:cNvCxnSpPr>
          <p:nvPr/>
        </p:nvCxnSpPr>
        <p:spPr>
          <a:xfrm flipV="1">
            <a:off x="6720443" y="4926890"/>
            <a:ext cx="2150425" cy="903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053A66-6C1F-F672-FC9A-A3591636881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720443" y="3234655"/>
            <a:ext cx="2564080" cy="10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EC8F05D-3440-4861-3EF9-1352D60514FB}"/>
              </a:ext>
            </a:extLst>
          </p:cNvPr>
          <p:cNvCxnSpPr/>
          <p:nvPr/>
        </p:nvCxnSpPr>
        <p:spPr>
          <a:xfrm flipH="1" flipV="1">
            <a:off x="6541477" y="3397940"/>
            <a:ext cx="2206869" cy="887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D7A5E01-96D5-D0D1-9592-5F17F37BACBF}"/>
              </a:ext>
            </a:extLst>
          </p:cNvPr>
          <p:cNvSpPr txBox="1"/>
          <p:nvPr/>
        </p:nvSpPr>
        <p:spPr>
          <a:xfrm>
            <a:off x="4448273" y="1363690"/>
            <a:ext cx="266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RESPONSE(Status, Data)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939D1F-9A85-DCF8-A394-D757F4EA9820}"/>
              </a:ext>
            </a:extLst>
          </p:cNvPr>
          <p:cNvSpPr txBox="1"/>
          <p:nvPr/>
        </p:nvSpPr>
        <p:spPr>
          <a:xfrm>
            <a:off x="5282856" y="1848340"/>
            <a:ext cx="2141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SEND TASK TO SQS</a:t>
            </a:r>
          </a:p>
          <a:p>
            <a:r>
              <a:rPr lang="en-TW" dirty="0"/>
              <a:t>(job_id, ingredients)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92C6CA-6812-47A6-3F7C-750EDF7C0304}"/>
              </a:ext>
            </a:extLst>
          </p:cNvPr>
          <p:cNvSpPr txBox="1"/>
          <p:nvPr/>
        </p:nvSpPr>
        <p:spPr>
          <a:xfrm>
            <a:off x="7441439" y="2394312"/>
            <a:ext cx="2379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RETURN TASK RESULT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0221AE-531B-C90F-9F22-9419397785A7}"/>
              </a:ext>
            </a:extLst>
          </p:cNvPr>
          <p:cNvSpPr txBox="1"/>
          <p:nvPr/>
        </p:nvSpPr>
        <p:spPr>
          <a:xfrm>
            <a:off x="2512987" y="3193791"/>
            <a:ext cx="1494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SELECT TASK</a:t>
            </a:r>
          </a:p>
          <a:p>
            <a:r>
              <a:rPr lang="en-TW" dirty="0"/>
              <a:t>FROM SQS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21B4E8-6D75-F70D-E94A-A871CA877D2C}"/>
              </a:ext>
            </a:extLst>
          </p:cNvPr>
          <p:cNvSpPr txBox="1"/>
          <p:nvPr/>
        </p:nvSpPr>
        <p:spPr>
          <a:xfrm>
            <a:off x="3864317" y="4845532"/>
            <a:ext cx="1820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QUERY RECIPES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D04DFE-AC6F-FF7B-DBD1-8C1209E69EE8}"/>
              </a:ext>
            </a:extLst>
          </p:cNvPr>
          <p:cNvSpPr txBox="1"/>
          <p:nvPr/>
        </p:nvSpPr>
        <p:spPr>
          <a:xfrm>
            <a:off x="4273028" y="3921944"/>
            <a:ext cx="2080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TASK RESPONSE</a:t>
            </a:r>
          </a:p>
          <a:p>
            <a:r>
              <a:rPr lang="en-TW" dirty="0"/>
              <a:t>(RETURN RECIPES)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7B6059-859A-1517-37FB-DAE8D4325BD6}"/>
              </a:ext>
            </a:extLst>
          </p:cNvPr>
          <p:cNvSpPr txBox="1"/>
          <p:nvPr/>
        </p:nvSpPr>
        <p:spPr>
          <a:xfrm>
            <a:off x="2154144" y="5509769"/>
            <a:ext cx="1836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QUERY RESULTS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3AE07E-681D-0153-882E-2D81F2EE36FF}"/>
              </a:ext>
            </a:extLst>
          </p:cNvPr>
          <p:cNvSpPr txBox="1"/>
          <p:nvPr/>
        </p:nvSpPr>
        <p:spPr>
          <a:xfrm>
            <a:off x="6814166" y="4534017"/>
            <a:ext cx="99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UPDATE</a:t>
            </a:r>
          </a:p>
          <a:p>
            <a:r>
              <a:rPr lang="en-TW" dirty="0"/>
              <a:t>RECIPE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790DEB-585A-4071-36F4-56DFEF43BBAB}"/>
              </a:ext>
            </a:extLst>
          </p:cNvPr>
          <p:cNvSpPr txBox="1"/>
          <p:nvPr/>
        </p:nvSpPr>
        <p:spPr>
          <a:xfrm>
            <a:off x="7437277" y="5461070"/>
            <a:ext cx="181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RETURN STATUS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A5D698-B067-BF97-DD0F-108DBCA19B55}"/>
              </a:ext>
            </a:extLst>
          </p:cNvPr>
          <p:cNvSpPr txBox="1"/>
          <p:nvPr/>
        </p:nvSpPr>
        <p:spPr>
          <a:xfrm>
            <a:off x="7562981" y="3281738"/>
            <a:ext cx="165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ROUTINE TASK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A51D0E-8CDB-9DD7-B8CB-D37901250605}"/>
              </a:ext>
            </a:extLst>
          </p:cNvPr>
          <p:cNvSpPr txBox="1"/>
          <p:nvPr/>
        </p:nvSpPr>
        <p:spPr>
          <a:xfrm>
            <a:off x="6435436" y="3684447"/>
            <a:ext cx="1566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W" dirty="0"/>
              <a:t>RETURN TASK</a:t>
            </a:r>
          </a:p>
          <a:p>
            <a:pPr algn="ctr"/>
            <a:r>
              <a:rPr lang="en-TW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74349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E0B5-D9C6-314B-396B-3EB44AC5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6F0C01E-3DFF-36FE-9F8D-850A31F2B412}"/>
              </a:ext>
            </a:extLst>
          </p:cNvPr>
          <p:cNvSpPr/>
          <p:nvPr/>
        </p:nvSpPr>
        <p:spPr>
          <a:xfrm>
            <a:off x="1341911" y="907091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0C9ADB-C2A2-942A-7DEF-FFF04D82C06D}"/>
              </a:ext>
            </a:extLst>
          </p:cNvPr>
          <p:cNvSpPr/>
          <p:nvPr/>
        </p:nvSpPr>
        <p:spPr>
          <a:xfrm>
            <a:off x="8346373" y="907090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Backend</a:t>
            </a:r>
            <a:endParaRPr lang="en-TW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DE9E14-48C7-D297-63F5-64D1C9784595}"/>
              </a:ext>
            </a:extLst>
          </p:cNvPr>
          <p:cNvSpPr/>
          <p:nvPr/>
        </p:nvSpPr>
        <p:spPr>
          <a:xfrm>
            <a:off x="4844142" y="2756673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Async Task Manager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68373B-C0E7-2B5C-49F1-6ED93422A0A4}"/>
              </a:ext>
            </a:extLst>
          </p:cNvPr>
          <p:cNvSpPr/>
          <p:nvPr/>
        </p:nvSpPr>
        <p:spPr>
          <a:xfrm>
            <a:off x="4844141" y="5755633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sz="1600" dirty="0">
                <a:solidFill>
                  <a:schemeClr val="tx1"/>
                </a:solidFill>
              </a:rPr>
              <a:t>Semantic Similarity Worker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30CB51-A6CF-A460-FE1C-2D2FDD7AA847}"/>
              </a:ext>
            </a:extLst>
          </p:cNvPr>
          <p:cNvSpPr/>
          <p:nvPr/>
        </p:nvSpPr>
        <p:spPr>
          <a:xfrm>
            <a:off x="8346372" y="4128940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Database</a:t>
            </a:r>
            <a:endParaRPr lang="en-TW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037BFC-654E-C3FA-0A0E-AEEA88ABFAEE}"/>
              </a:ext>
            </a:extLst>
          </p:cNvPr>
          <p:cNvSpPr/>
          <p:nvPr/>
        </p:nvSpPr>
        <p:spPr>
          <a:xfrm>
            <a:off x="1401356" y="4128939"/>
            <a:ext cx="1876301" cy="6412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>
                <a:solidFill>
                  <a:schemeClr val="tx1"/>
                </a:solidFill>
              </a:rPr>
              <a:t>Recipe Update Worker</a:t>
            </a:r>
            <a:endParaRPr lang="en-TW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759D2A-D8BE-0FE0-DB5B-5A52D5607465}"/>
              </a:ext>
            </a:extLst>
          </p:cNvPr>
          <p:cNvCxnSpPr/>
          <p:nvPr/>
        </p:nvCxnSpPr>
        <p:spPr>
          <a:xfrm>
            <a:off x="3218212" y="1049595"/>
            <a:ext cx="512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1969EF-F380-97C6-486F-D76FF0B7576A}"/>
              </a:ext>
            </a:extLst>
          </p:cNvPr>
          <p:cNvSpPr txBox="1"/>
          <p:nvPr/>
        </p:nvSpPr>
        <p:spPr>
          <a:xfrm>
            <a:off x="4548058" y="717101"/>
            <a:ext cx="246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POST INGREDIENTS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C21B0A-A62D-3B8C-3DC5-D0395597FE45}"/>
              </a:ext>
            </a:extLst>
          </p:cNvPr>
          <p:cNvCxnSpPr/>
          <p:nvPr/>
        </p:nvCxnSpPr>
        <p:spPr>
          <a:xfrm flipH="1">
            <a:off x="3218212" y="1417730"/>
            <a:ext cx="512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C1313F-04A2-CA09-DB4B-7C34CA82BF20}"/>
              </a:ext>
            </a:extLst>
          </p:cNvPr>
          <p:cNvCxnSpPr>
            <a:cxnSpLocks/>
          </p:cNvCxnSpPr>
          <p:nvPr/>
        </p:nvCxnSpPr>
        <p:spPr>
          <a:xfrm flipH="1">
            <a:off x="6720443" y="1548357"/>
            <a:ext cx="1758539" cy="1282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0593A1-2B13-BC99-5E65-0C2F24CE9DA5}"/>
              </a:ext>
            </a:extLst>
          </p:cNvPr>
          <p:cNvSpPr txBox="1"/>
          <p:nvPr/>
        </p:nvSpPr>
        <p:spPr>
          <a:xfrm>
            <a:off x="4448273" y="1363690"/>
            <a:ext cx="266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RESPONSE(Status, Data)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9FF48E-65AD-7303-333C-5C8635B539E7}"/>
              </a:ext>
            </a:extLst>
          </p:cNvPr>
          <p:cNvSpPr txBox="1"/>
          <p:nvPr/>
        </p:nvSpPr>
        <p:spPr>
          <a:xfrm>
            <a:off x="5296178" y="1816563"/>
            <a:ext cx="2141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SEND TASK TO SQS</a:t>
            </a:r>
          </a:p>
          <a:p>
            <a:r>
              <a:rPr lang="en-TW" dirty="0"/>
              <a:t>(job_id, ingredients)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A4B007-3028-5413-6E77-D07390D689CD}"/>
              </a:ext>
            </a:extLst>
          </p:cNvPr>
          <p:cNvSpPr txBox="1"/>
          <p:nvPr/>
        </p:nvSpPr>
        <p:spPr>
          <a:xfrm>
            <a:off x="9468284" y="2091882"/>
            <a:ext cx="2851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RETURN QUERY RESULT</a:t>
            </a:r>
          </a:p>
          <a:p>
            <a:r>
              <a:rPr lang="en-TW" dirty="0"/>
              <a:t>(task_results / task_status)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B94F80-D6B2-A60F-CF0E-046738DF2455}"/>
              </a:ext>
            </a:extLst>
          </p:cNvPr>
          <p:cNvSpPr txBox="1"/>
          <p:nvPr/>
        </p:nvSpPr>
        <p:spPr>
          <a:xfrm>
            <a:off x="4348972" y="3643485"/>
            <a:ext cx="1494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SELECT TASK</a:t>
            </a:r>
          </a:p>
          <a:p>
            <a:r>
              <a:rPr lang="en-TW" dirty="0"/>
              <a:t>FROM SQS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AFD7AE-D9D0-6E2A-1B5C-C979021A0C51}"/>
              </a:ext>
            </a:extLst>
          </p:cNvPr>
          <p:cNvSpPr txBox="1"/>
          <p:nvPr/>
        </p:nvSpPr>
        <p:spPr>
          <a:xfrm>
            <a:off x="6007308" y="4833480"/>
            <a:ext cx="2309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QUERY RECIPES</a:t>
            </a:r>
            <a:br>
              <a:rPr lang="en-TW" dirty="0"/>
            </a:br>
            <a:r>
              <a:rPr lang="en-TW" dirty="0"/>
              <a:t>AND UPDAT RESULTS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548B30-35A7-6CD8-DA89-50D7F14806A6}"/>
              </a:ext>
            </a:extLst>
          </p:cNvPr>
          <p:cNvSpPr txBox="1"/>
          <p:nvPr/>
        </p:nvSpPr>
        <p:spPr>
          <a:xfrm>
            <a:off x="7838045" y="2360806"/>
            <a:ext cx="1077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QUERY </a:t>
            </a:r>
          </a:p>
          <a:p>
            <a:r>
              <a:rPr lang="en-TW" dirty="0"/>
              <a:t>RESULTS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AF6642-1627-D464-4953-866B5974B3A0}"/>
              </a:ext>
            </a:extLst>
          </p:cNvPr>
          <p:cNvSpPr txBox="1"/>
          <p:nvPr/>
        </p:nvSpPr>
        <p:spPr>
          <a:xfrm>
            <a:off x="6665181" y="3854277"/>
            <a:ext cx="99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UPDATE</a:t>
            </a:r>
          </a:p>
          <a:p>
            <a:r>
              <a:rPr lang="en-TW" dirty="0"/>
              <a:t>RECIPE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573D5E-137C-9988-E026-B0CF8E4B912D}"/>
              </a:ext>
            </a:extLst>
          </p:cNvPr>
          <p:cNvSpPr txBox="1"/>
          <p:nvPr/>
        </p:nvSpPr>
        <p:spPr>
          <a:xfrm>
            <a:off x="7860169" y="5614611"/>
            <a:ext cx="181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RETURN STATUS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DBC1A5-F969-0B1D-D76F-03DB88DA5078}"/>
              </a:ext>
            </a:extLst>
          </p:cNvPr>
          <p:cNvSpPr txBox="1"/>
          <p:nvPr/>
        </p:nvSpPr>
        <p:spPr>
          <a:xfrm rot="20031679">
            <a:off x="2610480" y="3339028"/>
            <a:ext cx="165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ROUTINE TASK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65A9F8-7AED-EB3A-865F-686C09CAB8FA}"/>
              </a:ext>
            </a:extLst>
          </p:cNvPr>
          <p:cNvCxnSpPr>
            <a:stCxn id="4" idx="1"/>
            <a:endCxn id="7" idx="0"/>
          </p:cNvCxnSpPr>
          <p:nvPr/>
        </p:nvCxnSpPr>
        <p:spPr>
          <a:xfrm flipH="1">
            <a:off x="2339507" y="3077307"/>
            <a:ext cx="2504635" cy="1051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42DADF-A147-9006-B1C2-31CE15760D6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782292" y="3397940"/>
            <a:ext cx="1" cy="235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23D565-66E5-C750-F912-976524FF06DF}"/>
              </a:ext>
            </a:extLst>
          </p:cNvPr>
          <p:cNvCxnSpPr/>
          <p:nvPr/>
        </p:nvCxnSpPr>
        <p:spPr>
          <a:xfrm>
            <a:off x="8915263" y="1548356"/>
            <a:ext cx="0" cy="2580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93FCBF9-8774-B8B9-0267-F884ADA9D972}"/>
              </a:ext>
            </a:extLst>
          </p:cNvPr>
          <p:cNvCxnSpPr>
            <a:stCxn id="6" idx="0"/>
            <a:endCxn id="3" idx="2"/>
          </p:cNvCxnSpPr>
          <p:nvPr/>
        </p:nvCxnSpPr>
        <p:spPr>
          <a:xfrm flipV="1">
            <a:off x="9284523" y="1548357"/>
            <a:ext cx="1" cy="2580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3FEC55-D9E3-AC86-FC47-E6AA7AEA543C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3277657" y="4449573"/>
            <a:ext cx="50687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1DAE231-9B32-6CC0-FBB4-265F999D0FFE}"/>
              </a:ext>
            </a:extLst>
          </p:cNvPr>
          <p:cNvCxnSpPr>
            <a:stCxn id="5" idx="3"/>
            <a:endCxn id="6" idx="2"/>
          </p:cNvCxnSpPr>
          <p:nvPr/>
        </p:nvCxnSpPr>
        <p:spPr>
          <a:xfrm flipV="1">
            <a:off x="6720442" y="4770207"/>
            <a:ext cx="2564081" cy="1306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7A9A3ED-E1D3-7540-4C2C-660F7F08D76A}"/>
              </a:ext>
            </a:extLst>
          </p:cNvPr>
          <p:cNvCxnSpPr/>
          <p:nvPr/>
        </p:nvCxnSpPr>
        <p:spPr>
          <a:xfrm flipH="1">
            <a:off x="6720442" y="4770207"/>
            <a:ext cx="2972198" cy="1490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17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4028</TotalTime>
  <Words>210</Words>
  <Application>Microsoft Macintosh PowerPoint</Application>
  <PresentationFormat>Widescreen</PresentationFormat>
  <Paragraphs>88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Yu-Hung Kung</dc:creator>
  <cp:lastModifiedBy>Yu-Hung Kung</cp:lastModifiedBy>
  <cp:revision>12</cp:revision>
  <dcterms:created xsi:type="dcterms:W3CDTF">2025-11-08T03:37:04Z</dcterms:created>
  <dcterms:modified xsi:type="dcterms:W3CDTF">2025-11-10T22:45:21Z</dcterms:modified>
</cp:coreProperties>
</file>